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51"/>
    <p:restoredTop sz="94602"/>
  </p:normalViewPr>
  <p:slideViewPr>
    <p:cSldViewPr snapToGrid="0">
      <p:cViewPr varScale="1">
        <p:scale>
          <a:sx n="74" d="100"/>
          <a:sy n="74" d="100"/>
        </p:scale>
        <p:origin x="200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61DC8B-0D66-57A9-6390-E93372E25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0EBF32-B299-74D8-0719-6288B7EBF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F01653-0D19-FA6F-32CE-65B5079E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07D452-C097-4C4D-BDE4-3E25AFA0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1A4961-FB1B-A3D2-0C33-D5E9FEEA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879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A4AA8-D2C0-88C2-781A-31040851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820071-E3AE-8912-2A1B-B9E4624F7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155A3E-9B1B-56A8-616C-2C160852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AE4DB6-92DD-F9C9-E818-589D5775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F1060B-1620-EBFB-523E-1173DEBA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046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3B487B-155A-C24E-BF93-C1FEB3F3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1989C0-EC41-87E1-2DF2-AF9A2BA2F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27874C-1A6C-A9CE-DB4C-B7DCCBE12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A85FBB-A47C-4D85-4839-A7EF73AC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D0D016-22F0-9A60-9664-EC09888D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61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7BF623-9025-E66F-A055-0813D115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8A04F8-BC41-C5C1-23F6-99EC26CF5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470C0F-5FE8-C118-9448-4F50DB7C5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2B6EE4-7560-6492-0855-990E3DCF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1121B2-4CEC-2F41-5337-999B0EA4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15A458-04AC-041A-1D10-89FD0C84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8558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B196E-293E-D999-48A8-77E7D8D5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4D6AA5-20A2-34C2-A9AC-F029873CA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086F62-2B2E-E11C-AD42-3783E7CB9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32009B2-00D5-A990-05CB-3552A8506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415654A-C0F2-D001-F720-8C0E1CB43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3909DB0-1CA8-22C1-DB9C-0D328E8E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A88ECC-8BF4-20B8-29CA-8E2B7D20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CA96F4C-3D5E-D051-6E08-1A144BA1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39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42B2B-0E0B-C275-BF0E-60722535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45A85EA-3F9A-E4AA-F509-8864AD9FE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52E52D-EE23-AD84-DBA7-F047FF08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F0EBB9-4FFB-8937-35A5-538BFC6E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30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22DC291-FFA0-997B-2A7F-9295B401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E4FA677-D459-1A30-E446-5424DDEA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87A8D1-6A54-1FBD-1BF5-04ABC46D4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73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97D0D-C4C7-1FF9-023F-B352E765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4DCE41-3BBB-E049-7138-1F3B2B97C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D7394E4-6089-0B7B-7FD3-AA0E8A0A4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1D909F-E1D7-0517-3285-8F7E8E8C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FA68A4-9D4A-22E5-DCA8-61C441C3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C81683-9F52-3E27-FA80-D989E9C80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56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C70F4-A7DD-D526-DCBA-83C862D81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FBA6A36-4D41-65D6-CE7E-ABAF2AD35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E4298CD-A74E-6B6B-96F8-ADE8F03EA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69828F-BCE5-DA8B-534C-C6205799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505DA6-16F3-8AD1-FC68-311CEFB3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153A0F-7601-5760-12D3-81D26DF5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714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E0D7E8-FB96-4B1E-150C-A96734D1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8A5A38-0876-06AF-AA00-B0E46A235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9A0A3B-A024-800A-D3A1-04E0BED9E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2B3767-157A-E8A5-2394-3F6122C3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D47440-EA4F-4FCB-D256-C62D7697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025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32CDF8-7788-3909-08A9-1A25D0F16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BDE2A6-0BF4-C64C-49D2-1FC2E3834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E61A5E-A448-0C23-B283-BAF56C37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141E75-E798-FBCE-E673-FC7F0FD6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A586B8-8162-CF24-0934-D744070E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007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44E9B2C-C0A7-5ECE-292C-B6C9DD87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E52EFA-736C-269D-058D-05A1120BD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084F4A-EF34-1144-5ADC-F7C94DE04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0AE449-6C66-7248-97E0-DEA5F8794C99}" type="datetimeFigureOut">
              <a:rPr lang="de-DE" smtClean="0"/>
              <a:t>07.04.26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6E6A85-0EF8-6124-DC75-106329F0B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7D0D72-0C26-45D1-7DB7-551A74CED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E1D44-4DF7-7049-96E6-91C6487790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86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59B43C6-8F8E-C5D3-99B9-17F2BFF2CDC1}"/>
              </a:ext>
            </a:extLst>
          </p:cNvPr>
          <p:cNvSpPr/>
          <p:nvPr/>
        </p:nvSpPr>
        <p:spPr>
          <a:xfrm>
            <a:off x="2963537" y="815248"/>
            <a:ext cx="6335738" cy="20711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E1347FB-0875-87B6-511E-344A9615FB4E}"/>
              </a:ext>
            </a:extLst>
          </p:cNvPr>
          <p:cNvSpPr txBox="1"/>
          <p:nvPr/>
        </p:nvSpPr>
        <p:spPr>
          <a:xfrm>
            <a:off x="3139806" y="1156771"/>
            <a:ext cx="83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date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0555D01-4161-0F00-0120-E1FA863E8B76}"/>
              </a:ext>
            </a:extLst>
          </p:cNvPr>
          <p:cNvSpPr/>
          <p:nvPr/>
        </p:nvSpPr>
        <p:spPr>
          <a:xfrm>
            <a:off x="5649059" y="1028893"/>
            <a:ext cx="3125248" cy="1643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dirty="0">
                <a:solidFill>
                  <a:schemeClr val="tx1"/>
                </a:solidFill>
              </a:rPr>
              <a:t>Title</a:t>
            </a:r>
          </a:p>
          <a:p>
            <a:r>
              <a:rPr lang="de-DE" dirty="0">
                <a:solidFill>
                  <a:schemeClr val="tx1"/>
                </a:solidFill>
              </a:rPr>
              <a:t>Text</a:t>
            </a:r>
          </a:p>
          <a:p>
            <a:endParaRPr lang="de-DE" dirty="0">
              <a:solidFill>
                <a:schemeClr val="tx1"/>
              </a:solidFill>
            </a:endParaRPr>
          </a:p>
          <a:p>
            <a:endParaRPr lang="de-DE" dirty="0">
              <a:solidFill>
                <a:schemeClr val="tx1"/>
              </a:solidFill>
            </a:endParaRPr>
          </a:p>
          <a:p>
            <a:r>
              <a:rPr lang="de-DE" dirty="0">
                <a:solidFill>
                  <a:schemeClr val="tx1"/>
                </a:solidFill>
              </a:rPr>
              <a:t>Tags time </a:t>
            </a:r>
            <a:r>
              <a:rPr lang="de-DE" dirty="0" err="1">
                <a:solidFill>
                  <a:schemeClr val="tx1"/>
                </a:solidFill>
              </a:rPr>
              <a:t>location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92ADDE5-5B1B-F816-EC46-BD0614AD0845}"/>
              </a:ext>
            </a:extLst>
          </p:cNvPr>
          <p:cNvSpPr/>
          <p:nvPr/>
        </p:nvSpPr>
        <p:spPr>
          <a:xfrm>
            <a:off x="4123529" y="1092832"/>
            <a:ext cx="1210215" cy="1515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images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8C3CC70-CD51-3297-E3C5-6D6E6B6CFA7C}"/>
              </a:ext>
            </a:extLst>
          </p:cNvPr>
          <p:cNvSpPr/>
          <p:nvPr/>
        </p:nvSpPr>
        <p:spPr>
          <a:xfrm>
            <a:off x="3913876" y="1028893"/>
            <a:ext cx="1210215" cy="164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images</a:t>
            </a: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510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Schäfer</dc:creator>
  <cp:lastModifiedBy>David Schäfer</cp:lastModifiedBy>
  <cp:revision>1</cp:revision>
  <dcterms:created xsi:type="dcterms:W3CDTF">2026-04-07T12:30:00Z</dcterms:created>
  <dcterms:modified xsi:type="dcterms:W3CDTF">2026-04-08T06:36:12Z</dcterms:modified>
</cp:coreProperties>
</file>