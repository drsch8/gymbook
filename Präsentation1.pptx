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>
        <p:scale>
          <a:sx n="108" d="100"/>
          <a:sy n="108" d="100"/>
        </p:scale>
        <p:origin x="1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72EE3-0D00-810D-7B74-5F25FD1FE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CBA491-92A8-9DDA-1844-0CE4830F6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27C65E-BBAF-F1E8-4FCD-05A94A4B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9D9F0-C792-A820-F0DF-8AF8F558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12290C-B4D2-2031-57B8-849B2890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72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E944C-889D-9F42-574B-B90D5875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04109-429B-AAFE-298C-B61A1068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F17488-2CC5-3E9F-7A33-1B223BFC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0D1CEA-CC3F-CA6A-08DC-8804CB82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E0E9A0-6710-40AD-E2CE-B2BFB93E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92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E66141-FC50-07BB-6E49-633B65A7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01DC64-E968-32C4-E194-D76689BB0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79EB2-D300-67D2-FFCA-CA550CF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CED2F3-2352-DAB4-F4D2-D8BCF3BB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785463-7B4A-A788-9DD9-169C41971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23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61A7E-17B0-AE02-18EE-EF113510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A5791-46EF-500C-CFA8-892882576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2FB323-9C5A-2A28-68F3-4C3B38B43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7535DF-9241-C9EF-BBD9-9064A247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66427F-37D6-E219-C0D1-9A3B449E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BD915A-01AA-93DF-50C0-8CEE7B1E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695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92163-CD89-8748-2D22-AE3044CA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1535F-4EC5-0965-A1E6-2CFA00FE3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AA4098-4F78-8609-0BCF-D43128951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6A5A8B-0589-E7C3-511E-C11B87D05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B52135-32FC-695C-E2F2-097134C1A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418441-13CC-4082-E123-D691970F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D104C4-792F-0D34-6677-4D61518E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4ED26B-5BD0-20D7-4A51-CE34996F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0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9D8FC-2675-4D95-203F-A3846E7F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C82296-3D10-61A0-03C7-8BCA5B40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9DD8A2-7EBF-1120-5B58-BAD8F917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970837-FC9F-2FAC-C10F-00E537B5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2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DF25E6-2957-084A-9A8E-A18B39A7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B460F0-901C-D6D7-1681-DAAA0304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77E67F-5618-543A-A3F7-90F3B6EF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0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6180C-FEAA-40E9-86CC-CC9B6054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7BE2E9-F595-CF99-77EA-25D4B845B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094E8E-5A53-6A9D-9C7F-A1DEBD8FB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576EBF-8777-EAA3-EB75-2F558A22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DAD14-4E27-0838-5B05-F3666B1B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60004-B1A4-6A89-5688-66AB12B4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482D6-D878-F455-BE0B-6E604147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8EA8D5-E77B-A208-E8DD-6DEB5775B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5545AE-8863-05F0-8822-84CA727D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401EA5-05B3-E73F-3A90-FEDD62E1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0CB64F-D86E-6564-17D6-917DE918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0A324B-23B0-BC46-8812-0A5ED84E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14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3D5D8-2354-C74E-558D-68392690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12D7D3-2A63-4757-8916-389C0D3AC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6C6B6-30A1-A42D-5C7A-7489AA09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AF8BCE-8BB1-C9E3-7D46-5F23A8C2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897DA-44E1-8785-B1AE-9D1F8118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90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8D468C-10A6-A83D-266E-F932C43C9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8FEFD0-59A3-05BF-2A7F-6B1FE4504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CF2878-CF74-5359-29AF-CF20EDE3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08B8B5-0C2E-67BD-4EA4-B56EBD04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EC0B72-7C4C-85DA-91AE-BA75931A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67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6567D2-5687-DCBA-570F-2B1F0FFC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6A02C3-AF74-646B-FA19-522984173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D7CA1B-B3CE-A4B5-4B96-8D0CF1935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8B58B-B543-554E-A6DD-A50EF054ACD9}" type="datetimeFigureOut">
              <a:rPr lang="de-DE" smtClean="0"/>
              <a:t>08.04.26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735F3B-E415-6534-F78A-5A2E2B214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D3B61-B7B3-F1D9-7F7F-5573336C7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8EA58-EEA1-C049-A310-61BE47AB66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75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540B295A-99F1-9FBD-DEA4-EC25A89B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819150"/>
            <a:ext cx="6108700" cy="5219700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6D4C65B-4C79-5798-97C2-401D5026E822}"/>
              </a:ext>
            </a:extLst>
          </p:cNvPr>
          <p:cNvCxnSpPr/>
          <p:nvPr/>
        </p:nvCxnSpPr>
        <p:spPr>
          <a:xfrm>
            <a:off x="6096000" y="3267307"/>
            <a:ext cx="1520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C64D74A-A720-F9CC-3488-D0DADA103571}"/>
              </a:ext>
            </a:extLst>
          </p:cNvPr>
          <p:cNvCxnSpPr/>
          <p:nvPr/>
        </p:nvCxnSpPr>
        <p:spPr>
          <a:xfrm flipH="1">
            <a:off x="4650059" y="2219093"/>
            <a:ext cx="3568390" cy="981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20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F475E9A-78A7-F42D-503D-8AAAA7922DEE}"/>
              </a:ext>
            </a:extLst>
          </p:cNvPr>
          <p:cNvSpPr/>
          <p:nvPr/>
        </p:nvSpPr>
        <p:spPr>
          <a:xfrm>
            <a:off x="6518974" y="1097331"/>
            <a:ext cx="2674404" cy="42358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1049D32-DAB0-47D0-7E83-32D452BB8FDC}"/>
              </a:ext>
            </a:extLst>
          </p:cNvPr>
          <p:cNvSpPr/>
          <p:nvPr/>
        </p:nvSpPr>
        <p:spPr>
          <a:xfrm>
            <a:off x="6608329" y="1132955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 err="1">
                <a:solidFill>
                  <a:schemeClr val="tx1"/>
                </a:solidFill>
              </a:rPr>
              <a:t>quit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2D2862C-5AEF-DEDB-DB5D-B4320A6DA240}"/>
              </a:ext>
            </a:extLst>
          </p:cNvPr>
          <p:cNvSpPr/>
          <p:nvPr/>
        </p:nvSpPr>
        <p:spPr>
          <a:xfrm>
            <a:off x="6608329" y="1629740"/>
            <a:ext cx="2495694" cy="787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chemeClr val="tx1"/>
                </a:solidFill>
              </a:rPr>
              <a:t>Stufenintervalle</a:t>
            </a:r>
            <a:endParaRPr lang="de-DE" dirty="0">
              <a:solidFill>
                <a:schemeClr val="tx1"/>
              </a:solidFill>
            </a:endParaRPr>
          </a:p>
          <a:p>
            <a:r>
              <a:rPr lang="de-DE" sz="2400" dirty="0">
                <a:solidFill>
                  <a:schemeClr val="tx1"/>
                </a:solidFill>
              </a:rPr>
              <a:t>Ausfallschritte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09E77E1-8015-A7CE-8033-C9C7F05993CA}"/>
              </a:ext>
            </a:extLst>
          </p:cNvPr>
          <p:cNvSpPr/>
          <p:nvPr/>
        </p:nvSpPr>
        <p:spPr>
          <a:xfrm>
            <a:off x="6608329" y="2577187"/>
            <a:ext cx="2495694" cy="16979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0" dirty="0">
                <a:solidFill>
                  <a:schemeClr val="tx1"/>
                </a:solidFill>
              </a:rPr>
              <a:t>7:30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371160E-D3A3-DCA6-224A-A4F69C34F942}"/>
              </a:ext>
            </a:extLst>
          </p:cNvPr>
          <p:cNvSpPr/>
          <p:nvPr/>
        </p:nvSpPr>
        <p:spPr>
          <a:xfrm>
            <a:off x="6608329" y="4275114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chemeClr val="tx1"/>
                </a:solidFill>
              </a:rPr>
              <a:t>Progress bar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34B09A-5647-A2B1-0B6F-5A1001944233}"/>
              </a:ext>
            </a:extLst>
          </p:cNvPr>
          <p:cNvSpPr/>
          <p:nvPr/>
        </p:nvSpPr>
        <p:spPr>
          <a:xfrm>
            <a:off x="6608329" y="4804134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50" dirty="0" err="1">
                <a:solidFill>
                  <a:schemeClr val="tx1"/>
                </a:solidFill>
              </a:rPr>
              <a:t>Done</a:t>
            </a:r>
            <a:r>
              <a:rPr lang="de-DE" sz="1050" dirty="0">
                <a:solidFill>
                  <a:schemeClr val="tx1"/>
                </a:solidFill>
              </a:rPr>
              <a:t>! (</a:t>
            </a:r>
            <a:r>
              <a:rPr lang="de-DE" sz="1050" dirty="0" err="1">
                <a:solidFill>
                  <a:schemeClr val="tx1"/>
                </a:solidFill>
              </a:rPr>
              <a:t>only</a:t>
            </a:r>
            <a:r>
              <a:rPr lang="de-DE" sz="1050" dirty="0">
                <a:solidFill>
                  <a:schemeClr val="tx1"/>
                </a:solidFill>
              </a:rPr>
              <a:t> </a:t>
            </a:r>
            <a:r>
              <a:rPr lang="de-DE" sz="1050" dirty="0" err="1">
                <a:solidFill>
                  <a:schemeClr val="tx1"/>
                </a:solidFill>
              </a:rPr>
              <a:t>appear</a:t>
            </a:r>
            <a:r>
              <a:rPr lang="de-DE" sz="1050" dirty="0">
                <a:solidFill>
                  <a:schemeClr val="tx1"/>
                </a:solidFill>
              </a:rPr>
              <a:t> after </a:t>
            </a:r>
            <a:r>
              <a:rPr lang="de-DE" sz="1050" dirty="0" err="1">
                <a:solidFill>
                  <a:schemeClr val="tx1"/>
                </a:solidFill>
              </a:rPr>
              <a:t>timer</a:t>
            </a:r>
            <a:r>
              <a:rPr lang="de-DE" sz="1050" dirty="0">
                <a:solidFill>
                  <a:schemeClr val="tx1"/>
                </a:solidFill>
              </a:rPr>
              <a:t> </a:t>
            </a:r>
            <a:r>
              <a:rPr lang="de-DE" sz="1050" dirty="0" err="1">
                <a:solidFill>
                  <a:schemeClr val="tx1"/>
                </a:solidFill>
              </a:rPr>
              <a:t>finished</a:t>
            </a:r>
            <a:r>
              <a:rPr lang="de-DE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22213EC-0AD9-8EDA-6E48-081B67EC48FA}"/>
              </a:ext>
            </a:extLst>
          </p:cNvPr>
          <p:cNvSpPr/>
          <p:nvPr/>
        </p:nvSpPr>
        <p:spPr>
          <a:xfrm>
            <a:off x="3127255" y="1097331"/>
            <a:ext cx="2674404" cy="42358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76DC084-7A19-8EEE-7DBC-431BAC8E716C}"/>
              </a:ext>
            </a:extLst>
          </p:cNvPr>
          <p:cNvSpPr/>
          <p:nvPr/>
        </p:nvSpPr>
        <p:spPr>
          <a:xfrm>
            <a:off x="3216610" y="1132955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 err="1">
                <a:solidFill>
                  <a:schemeClr val="tx1"/>
                </a:solidFill>
              </a:rPr>
              <a:t>quit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91E2B1D-EEA2-5F54-22B5-9F22167AFBD4}"/>
              </a:ext>
            </a:extLst>
          </p:cNvPr>
          <p:cNvSpPr/>
          <p:nvPr/>
        </p:nvSpPr>
        <p:spPr>
          <a:xfrm>
            <a:off x="3216610" y="1629740"/>
            <a:ext cx="2495694" cy="787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chemeClr val="tx1"/>
                </a:solidFill>
              </a:rPr>
              <a:t>Stufenintervalle</a:t>
            </a:r>
            <a:endParaRPr lang="de-DE" dirty="0">
              <a:solidFill>
                <a:schemeClr val="tx1"/>
              </a:solidFill>
            </a:endParaRPr>
          </a:p>
          <a:p>
            <a:r>
              <a:rPr lang="de-DE" sz="2400" dirty="0">
                <a:solidFill>
                  <a:schemeClr val="tx1"/>
                </a:solidFill>
              </a:rPr>
              <a:t>Ausfallschritte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0FE75A7-3069-8187-7BB2-661E467CC022}"/>
              </a:ext>
            </a:extLst>
          </p:cNvPr>
          <p:cNvSpPr/>
          <p:nvPr/>
        </p:nvSpPr>
        <p:spPr>
          <a:xfrm>
            <a:off x="3216610" y="2577187"/>
            <a:ext cx="2495694" cy="16979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0" dirty="0">
                <a:solidFill>
                  <a:schemeClr val="tx1"/>
                </a:solidFill>
              </a:rPr>
              <a:t>5s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68E2B90-7C40-C9CB-65AC-79B532FFD920}"/>
              </a:ext>
            </a:extLst>
          </p:cNvPr>
          <p:cNvSpPr/>
          <p:nvPr/>
        </p:nvSpPr>
        <p:spPr>
          <a:xfrm>
            <a:off x="3216610" y="4275114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 err="1">
                <a:solidFill>
                  <a:schemeClr val="tx1"/>
                </a:solidFill>
              </a:rPr>
              <a:t>Get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ready</a:t>
            </a:r>
            <a:r>
              <a:rPr lang="de-DE" sz="1400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9118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EF39868D-7D80-10F9-D653-EC7FF62A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87" y="635330"/>
            <a:ext cx="3533692" cy="558734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C15F0028-293C-E9AE-C909-4D4D6C2C8157}"/>
              </a:ext>
            </a:extLst>
          </p:cNvPr>
          <p:cNvSpPr/>
          <p:nvPr/>
        </p:nvSpPr>
        <p:spPr>
          <a:xfrm>
            <a:off x="6096000" y="907326"/>
            <a:ext cx="2674404" cy="42358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F232F17-965E-C83F-B9F3-144D6FCE9669}"/>
              </a:ext>
            </a:extLst>
          </p:cNvPr>
          <p:cNvSpPr/>
          <p:nvPr/>
        </p:nvSpPr>
        <p:spPr>
          <a:xfrm>
            <a:off x="6185355" y="942950"/>
            <a:ext cx="2495694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 err="1">
                <a:solidFill>
                  <a:schemeClr val="tx1"/>
                </a:solidFill>
              </a:rPr>
              <a:t>quit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A75F3A8-40C8-5482-9E8C-B91BA7775AFC}"/>
              </a:ext>
            </a:extLst>
          </p:cNvPr>
          <p:cNvSpPr/>
          <p:nvPr/>
        </p:nvSpPr>
        <p:spPr>
          <a:xfrm>
            <a:off x="6185355" y="1439734"/>
            <a:ext cx="2495694" cy="11824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 err="1">
                <a:solidFill>
                  <a:schemeClr val="tx1"/>
                </a:solidFill>
              </a:rPr>
              <a:t>supersätze</a:t>
            </a:r>
            <a:endParaRPr lang="de-DE" dirty="0">
              <a:solidFill>
                <a:schemeClr val="tx1"/>
              </a:solidFill>
            </a:endParaRPr>
          </a:p>
          <a:p>
            <a:r>
              <a:rPr lang="de-DE" sz="2400" dirty="0">
                <a:solidFill>
                  <a:schemeClr val="tx1"/>
                </a:solidFill>
              </a:rPr>
              <a:t>Ausfallschritte</a:t>
            </a:r>
          </a:p>
          <a:p>
            <a:r>
              <a:rPr lang="de-DE" sz="2400" dirty="0" err="1">
                <a:solidFill>
                  <a:schemeClr val="tx1"/>
                </a:solidFill>
              </a:rPr>
              <a:t>liegestütz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32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61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Breitbild</PresentationFormat>
  <Paragraphs>15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Schäfer</dc:creator>
  <cp:lastModifiedBy>David Schäfer</cp:lastModifiedBy>
  <cp:revision>1</cp:revision>
  <dcterms:created xsi:type="dcterms:W3CDTF">2026-04-08T08:16:16Z</dcterms:created>
  <dcterms:modified xsi:type="dcterms:W3CDTF">2026-04-09T12:57:52Z</dcterms:modified>
</cp:coreProperties>
</file>